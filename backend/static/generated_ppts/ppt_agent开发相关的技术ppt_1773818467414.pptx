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4A90E2"/>
                </a:solidFill>
              </a:defRPr>
            </a:pPr>
            <a:r>
              <a:t>agent开发相关的技术ppt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0F0F0"/>
                </a:solidFill>
              </a:defRPr>
            </a:pPr>
            <a:r>
              <a:t>Generated by Mini-OpenClaw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5A88"/>
                </a:solidFill>
              </a:defRPr>
            </a:pPr>
            <a:r>
              <a:t>The Rise of Intelligent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From Scripts to Autonomous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Defining an Agent: A software entity that perceives its environment and acts to achieve goals.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Evolution: From simple rule-based bots to complex, learning-driven autonomous systems.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Core Paradigm Shift: Moving from direct command execution to goal-oriented, contextual reasoning.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Key Driver: The convergence of AI/ML, increased data availability, and powerful compute.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B57"/>
                </a:solidFill>
              </a:defRPr>
            </a:pPr>
            <a:r>
              <a:t>Core Architectural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Building Blocks of a Modern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Perception Module: Ingests and interprets data from environments (APIs, sensors, text).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Reasoning &amp; Planning Engine: The 'brain' that uses models (LLMs, symbolic logic) to make decisions and create action sequences.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Memory Systems: Short-term (context) and long-term (vector DBs, graphs) for learning and consistency.</a:t>
            </a:r>
          </a:p>
          <a:p>
            <a:pPr>
              <a:spcAft>
                <a:spcPts val="1400"/>
              </a:spcAft>
              <a:defRPr sz="2000">
                <a:solidFill>
                  <a:srgbClr val="F0F0F0"/>
                </a:solidFill>
              </a:defRPr>
            </a:pPr>
            <a:r>
              <a:t>• Action Execution: Tools and APIs that allow the agent to interact with and change its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35400"/>
                </a:solidFill>
              </a:defRPr>
            </a:pPr>
            <a:r>
              <a:t>Key Enabling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Large Language Models (LLMs): Provide natural language understanding, generation, and emergent reasoning capabilities as a core component.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Reinforcement Learning (RL): Enables agents to learn optimal behaviors through trial, error, and reward signals.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Tool &amp; API Frameworks (e.g., LangChain, LlamaIndex): Standardize how agents connect perception/action to external data and functions.</a:t>
            </a:r>
          </a:p>
          <a:p>
            <a:pPr>
              <a:spcAft>
                <a:spcPts val="1400"/>
              </a:spcAft>
              <a:defRPr sz="2400">
                <a:solidFill>
                  <a:srgbClr val="F0F0F0"/>
                </a:solidFill>
              </a:defRPr>
            </a:pPr>
            <a:r>
              <a:t>• Orchestration &amp; Observability: Platforms to manage agent workflows, monitor performance, and ensure reliability at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C3483"/>
                </a:solidFill>
              </a:defRPr>
            </a:pPr>
            <a:r>
              <a:t>Future Horizons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0F0F0"/>
                </a:solidFill>
              </a:defRPr>
            </a:pPr>
            <a:r>
              <a:t>The Path to Sophisticated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0F0F0"/>
                </a:solidFill>
              </a:defRPr>
            </a:pPr>
            <a:r>
              <a:t>"Multi-Agent Systems: Collaborative swarms of specialized agents solving complex problems."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