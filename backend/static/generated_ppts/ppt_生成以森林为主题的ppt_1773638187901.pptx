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4A90E2"/>
                </a:solidFill>
              </a:defRPr>
            </a:pPr>
            <a:r>
              <a:t>生成以森林为主题的ppt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t>Generated by Mini-OpenClaw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D32"/>
                </a:solidFill>
              </a:defRPr>
            </a:pPr>
            <a:r>
              <a:t>森林：地球的绿色心脏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生态系统的基础与生命之源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森林覆盖地球约31%的陆地面积，是生物多样性的宝库。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作为巨大的碳汇，森林在调节全球气候中扮演关键角色。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森林为人类提供氧气、水源、木材及众多生态服务。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88E3C"/>
                </a:solidFill>
              </a:defRPr>
            </a:pPr>
            <a:r>
              <a:t>森林的主要类型与分布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从热带雨林到寒带针叶林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热带雨林：分布于赤道附近，生物多样性极高，如亚马逊雨林。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温带森林：四季分明，包括阔叶林和混合林，如北美东部森林。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寒带针叶林（泰加林）：环绕北半球高纬度地区，耐寒针叶树为主。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其他类型：包括地中海硬叶林、红树林等特殊生态系统。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32F2F"/>
                </a:solidFill>
              </a:defRPr>
            </a:pPr>
            <a:r>
              <a:t>森林面临的严峻威胁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保护迫在眉睫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砍伐与开发：为农业、采矿和城市化让路，导致栖息地丧失。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气候变化：加剧森林火灾、病虫害爆发和树木死亡。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非法采伐与野生动物贸易：破坏生态平衡与可持续管理。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碎片化：大面积的完整森林被分割，影响物种迁徙与基因流动。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CAF50"/>
                </a:solidFill>
              </a:defRPr>
            </a:pPr>
            <a:r>
              <a:t>守护未来：可持续森林管理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我们的行动与责任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0F0F0"/>
                </a:solidFill>
              </a:defRPr>
            </a:pPr>
            <a:r>
              <a:t>""森林不是我们的遗产，而是我们从子孙后代那里借来的。" —— 这句古老的格言提醒我们肩负的责任。"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