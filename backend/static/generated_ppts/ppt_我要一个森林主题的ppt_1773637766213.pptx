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我要一个森林主题的ppt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Mini-OpenClaw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森林生态系统的重要性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森林覆盖地球约31%的陆地面积，是生物多样性的关键栖息地</a:t>
            </a:r>
          </a:p>
          <a:p>
            <a:pPr/>
            <a:r>
              <a:t>作为碳汇，森林每年吸收约20亿吨二氧化碳，对抗气候变化</a:t>
            </a:r>
          </a:p>
          <a:p>
            <a:pPr/>
            <a:r>
              <a:t>提供水源保护、土壤稳固和气候调节等关键生态服务</a:t>
            </a:r>
          </a:p>
          <a:p>
            <a:pPr/>
            <a:r>
              <a:t>全球超过16亿人直接依赖森林资源获取生计、食物和药物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森林面临的威胁与挑战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每年约1000万公顷森林因农业扩张、非法砍伐和城市化而消失</a:t>
            </a:r>
          </a:p>
          <a:p>
            <a:pPr/>
            <a:r>
              <a:t>森林退化导致栖息地破碎化，威胁超过80%的陆地物种生存</a:t>
            </a:r>
          </a:p>
          <a:p>
            <a:pPr/>
            <a:r>
              <a:t>气候变化加剧森林火灾、病虫害爆发的频率和强度</a:t>
            </a:r>
          </a:p>
          <a:p>
            <a:pPr/>
            <a:r>
              <a:t>传统知识与社区权利在森林管理中常被忽视，影响保护成效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可持续森林管理的未来路径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推广认证木材产品（如FSC），促进负责任消费与生产</a:t>
            </a:r>
          </a:p>
          <a:p>
            <a:pPr/>
            <a:r>
              <a:t>利用卫星遥感与AI技术加强森林监测与盗伐预警</a:t>
            </a:r>
          </a:p>
          <a:p>
            <a:pPr/>
            <a:r>
              <a:t>发展社区林业，赋予当地居民管理权与收益权</a:t>
            </a:r>
          </a:p>
          <a:p>
            <a:pPr/>
            <a:r>
              <a:t>推动森林景观恢复（FLR）倡议，到2030年全球恢复3.5亿公顷退化土地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